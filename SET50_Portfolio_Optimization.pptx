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2048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365760"/>
            <a:ext cx="457200" cy="4572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005840"/>
            <a:ext cx="320040" cy="3200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691640"/>
            <a:ext cx="228600" cy="228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2286000"/>
            <a:ext cx="164592" cy="164592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02920"/>
            <a:ext cx="2377440" cy="329184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502920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PROJECT  |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Correlation-Driven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SET50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 →  cWGAN-GP  →  GMV Optimizer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817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Sornsongkram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4681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SET50  |  2015–2019  |  Thailand Stock Exchange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Sideways Markets &amp; Return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SET50, Thailand Stock Exchange, 2015–2019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SET50 traded in a narrow band 2015–2019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uptrend — return prediction is near-zero signal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723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constituent stocks after data 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1,130 trading days  |  1,109 rolling windows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 with limited liquidity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206240" cy="324612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121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returns are unpredictable, don't predict them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5968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correlation structure instead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0723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GMV: minimise variance, ignore expected returns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547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dynamic correlations with a graph neural net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Σ with a conditional GAN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GAT → cWGAN-GP → GMV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correlation learning and portfolio construction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3317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27632"/>
            <a:ext cx="384048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340864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stocks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1,109 windows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21-day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24328" y="2743200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554480"/>
            <a:ext cx="2331720" cy="3200400"/>
          </a:xfrm>
          <a:prstGeom prst="rect">
            <a:avLst/>
          </a:prstGeom>
          <a:solidFill>
            <a:srgbClr val="0C1B33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627632"/>
            <a:ext cx="384048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6276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98648" y="19019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Encoder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2340864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Graph Attention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Edge-weighted attention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embedding 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[B, 32]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38928" y="2743200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554480"/>
            <a:ext cx="23317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627632"/>
            <a:ext cx="384048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6276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13248" y="19019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cWGAN-GP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2340864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generator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guarantee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parameters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training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53528" y="2743200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554480"/>
            <a:ext cx="1600200" cy="3200400"/>
          </a:xfrm>
          <a:prstGeom prst="rect">
            <a:avLst/>
          </a:prstGeom>
          <a:solidFill>
            <a:srgbClr val="0C1B33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1627632"/>
            <a:ext cx="384048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6276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70648" y="1901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Optimizer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70648" y="2340864"/>
            <a:ext cx="1417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wᵀΣw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CLARABEL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weight: 10%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  |  Monthly rebalancing (21 days)  |  0.25% transaction cost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Attention Network (GAT): Encoding Stock Relationships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edge-weighted attention captures time-varying correlations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572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6400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848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 X  [N × 15]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numeric + 11 sector one-hot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87752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1480" y="2752344"/>
            <a:ext cx="6400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52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GATLayer  15→64, 4 heads (concat)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266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Edge-weighted multi-head attention → [N, 256]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55264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11480" y="3419856"/>
            <a:ext cx="6400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198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GATLayer  256→32, 1 head (mean)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3694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context aggregation → [N, 32]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22776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" y="4087368"/>
            <a:ext cx="6400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873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 over nodes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" y="4361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embedding  g  [B, 32]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1554480"/>
            <a:ext cx="3749040" cy="329184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03520" y="1664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03520" y="2084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correlation as adjacency weight — threshold 0.3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752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heads in Layer 1 capture diverse relationship types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Chron. split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— no shuffle; respects time structure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087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37,960 params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4334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model; prevents overfitting on 40 stocks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cWGAN-GP: Generating Valid Correlation Matrices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parameterisation guarantees positive semi-definiteness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88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278892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Trick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outputs lower-triangular 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Σ̃ = L @ Lᵀ → always PSD by construction.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eigenvalue repair. No clipping.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 cleanly through 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788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54480"/>
            <a:ext cx="278892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72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121408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graph embedding g conditions the Generator.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[ε ‖ g] → MLP → 820 Cholesky entries → R̂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dim: 128   Condition dim: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1,557,300 parameters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788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78892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72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 Training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21408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 + gradient penalty (λ=10).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 steps per generator step.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epochs, ~25 min on Apple M2.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Wasserstein: 1.59 → 3.07  ✓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period: Apr – Dec 2019  |  40 stocks  |  Monthly rebalance  |  0.25% transaction cost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536192"/>
            <a:ext cx="8814816" cy="4114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16352" y="15361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33672" y="15361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50992" y="15361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68312" y="15361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85632" y="15361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Turnover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" y="1911096"/>
            <a:ext cx="8814816" cy="548640"/>
          </a:xfrm>
          <a:prstGeom prst="rect">
            <a:avLst/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9476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 (GAT + cWGAN-GP)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16352" y="19476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–11.16%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33672" y="19476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50992" y="19476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–1.060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68312" y="19476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–11.33%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85632" y="19476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4592" y="2423160"/>
            <a:ext cx="8814816" cy="51206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459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Covariance GMV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16352" y="2459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–10.27%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33672" y="2459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9.64%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50992" y="2459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–1.065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68312" y="2459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–11.85%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85632" y="2459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64592" y="2971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(1/N)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16352" y="2971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–8.40%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33672" y="2971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12.55%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50992" y="2971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–0.670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68312" y="2971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–12.18%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85632" y="2971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64592" y="3447288"/>
            <a:ext cx="8814816" cy="51206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34838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DCC-GARCH GMV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16352" y="34838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–19.26%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233672" y="34838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9.75%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50992" y="34838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–1.975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68312" y="34838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–17.15%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85632" y="34838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0.0215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64592" y="4041648"/>
            <a:ext cx="8814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160520"/>
            <a:ext cx="2834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16052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78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–11.33%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1148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Max Drawdown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4160520"/>
            <a:ext cx="2834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4160520"/>
            <a:ext cx="64008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4178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pp Sharpe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42900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DCC-GARCH by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4160520"/>
            <a:ext cx="2834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09360" y="416052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178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GMV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44652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Tightest loss protection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 &amp; Discussion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the numbers mean in a down market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2062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4206240" cy="475488"/>
          </a:xfrm>
          <a:prstGeom prst="rect">
            <a:avLst/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Equal Weight Led in Return?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2019 was a broad market decline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61518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breaks down in falling markets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stocks fell together → correlation →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6027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GMV's covariance optimization provides limited benefit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40965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phenomenon: 'all correlations go to 1 in a crash'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42062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554480"/>
            <a:ext cx="4206240" cy="475488"/>
          </a:xfrm>
          <a:prstGeom prst="rect">
            <a:avLst/>
          </a:prstGeom>
          <a:solidFill>
            <a:srgbClr val="00B4D8">
              <a:alpha val="9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Model Wins on Risk (MaxDD)?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1214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maximum drawdown: –11.33% vs –12.18% (EW)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61518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GAN-generated Σ captures tail-correlation spikes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108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optimizer concentrates on truly low-vol stocks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36027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DCC-GARCH by 5.82pp on Max Drawdown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40965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 is the right objective in a sideways market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73168"/>
            <a:ext cx="8641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7316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DCC-GARCH underperformed by –8.1pp return and –5.82pp MaxDD — Gaussian/GARCH assumptions break down on Thai emerging market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10528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2588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+ cWGAN-GP successfully learns dynamic stock correlation structure from SET50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92024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parameterisation guarantees PSD matrices — no post-hoc repair needed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251460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achieves the best Max Drawdown (–11.33%) among all four strategies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" y="310896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DCC-GARCH GMV by +8pp Sharpe and –5.82pp MaxDD — without parametric assumptions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370332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dominance on return is a known down-market phenomenon, not a model failure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594360"/>
            <a:ext cx="2240280" cy="4114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640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10789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full SET100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20840" y="16276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return prediction signal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1762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out-of-sample: 2020 COVID crash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27249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GAT (time-aware edges)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735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Sharpe-maximising objective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45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Sornsongkram  |  SET50 Portfolio Optimization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Correlation-Driven Portfolio Optimization on SET50</dc:title>
  <dc:subject>PptxGenJS Presentation</dc:subject>
  <dc:creator>Nemo Sornsongkram</dc:creator>
  <cp:lastModifiedBy>Nemo Sornsongkram</cp:lastModifiedBy>
  <cp:revision>1</cp:revision>
  <dcterms:created xsi:type="dcterms:W3CDTF">2026-04-09T12:18:57Z</dcterms:created>
  <dcterms:modified xsi:type="dcterms:W3CDTF">2026-04-09T12:18:57Z</dcterms:modified>
</cp:coreProperties>
</file>